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otham" panose="020B0604020202020204" charset="0"/>
      <p:regular r:id="rId13"/>
    </p:embeddedFont>
    <p:embeddedFont>
      <p:font typeface="Gotham Bold" panose="020B0604020202020204" charset="0"/>
      <p:regular r:id="rId14"/>
    </p:embeddedFont>
    <p:embeddedFont>
      <p:font typeface="Times New Roman MT Condensed" panose="020B0604020202020204" charset="0"/>
      <p:regular r:id="rId15"/>
    </p:embeddedFont>
    <p:embeddedFont>
      <p:font typeface="Times New Roman MT Condensed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26956" y="2666693"/>
            <a:ext cx="15032344" cy="420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374"/>
              </a:lnSpc>
              <a:spcBef>
                <a:spcPct val="0"/>
              </a:spcBef>
            </a:pPr>
            <a:r>
              <a:rPr lang="en-US" sz="10171" b="1" spc="-254">
                <a:solidFill>
                  <a:srgbClr val="0E4714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SETTLETRACE:-SETTLEMENT Q&amp;A AGENT FOR FINTECH SUPPORT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67704" y="8366090"/>
            <a:ext cx="15952592" cy="687294"/>
            <a:chOff x="0" y="0"/>
            <a:chExt cx="4201506" cy="18101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01506" cy="181016"/>
            </a:xfrm>
            <a:custGeom>
              <a:avLst/>
              <a:gdLst/>
              <a:ahLst/>
              <a:cxnLst/>
              <a:rect l="l" t="t" r="r" b="b"/>
              <a:pathLst>
                <a:path w="4201506" h="181016">
                  <a:moveTo>
                    <a:pt x="24751" y="0"/>
                  </a:moveTo>
                  <a:lnTo>
                    <a:pt x="4176755" y="0"/>
                  </a:lnTo>
                  <a:cubicBezTo>
                    <a:pt x="4190424" y="0"/>
                    <a:pt x="4201506" y="11081"/>
                    <a:pt x="4201506" y="24751"/>
                  </a:cubicBezTo>
                  <a:lnTo>
                    <a:pt x="4201506" y="156265"/>
                  </a:lnTo>
                  <a:cubicBezTo>
                    <a:pt x="4201506" y="169934"/>
                    <a:pt x="4190424" y="181016"/>
                    <a:pt x="4176755" y="181016"/>
                  </a:cubicBezTo>
                  <a:lnTo>
                    <a:pt x="24751" y="181016"/>
                  </a:lnTo>
                  <a:cubicBezTo>
                    <a:pt x="11081" y="181016"/>
                    <a:pt x="0" y="169934"/>
                    <a:pt x="0" y="156265"/>
                  </a:cubicBezTo>
                  <a:lnTo>
                    <a:pt x="0" y="24751"/>
                  </a:lnTo>
                  <a:cubicBezTo>
                    <a:pt x="0" y="11081"/>
                    <a:pt x="11081" y="0"/>
                    <a:pt x="24751" y="0"/>
                  </a:cubicBezTo>
                  <a:close/>
                </a:path>
              </a:pathLst>
            </a:custGeom>
            <a:solidFill>
              <a:srgbClr val="B4BA6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33350"/>
              <a:ext cx="4201506" cy="3143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225945" y="859159"/>
            <a:ext cx="1836109" cy="183610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BA6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-57150"/>
              <a:ext cx="660400" cy="793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754178" y="1285466"/>
            <a:ext cx="779643" cy="983495"/>
          </a:xfrm>
          <a:custGeom>
            <a:avLst/>
            <a:gdLst/>
            <a:ahLst/>
            <a:cxnLst/>
            <a:rect l="l" t="t" r="r" b="b"/>
            <a:pathLst>
              <a:path w="779643" h="983495">
                <a:moveTo>
                  <a:pt x="0" y="0"/>
                </a:moveTo>
                <a:lnTo>
                  <a:pt x="779644" y="0"/>
                </a:lnTo>
                <a:lnTo>
                  <a:pt x="779644" y="983495"/>
                </a:lnTo>
                <a:lnTo>
                  <a:pt x="0" y="983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57250" y="6918569"/>
            <a:ext cx="16573500" cy="51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292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AI-Powered Transaction Tracing &amp; Settlement Explanation System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8420957"/>
            <a:ext cx="16573500" cy="1044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sz="2925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SMART ANSWERS .SEAMLESS SETTLEMENTS.ALWAYS</a:t>
            </a:r>
          </a:p>
          <a:p>
            <a:pPr algn="ctr">
              <a:lnSpc>
                <a:spcPts val="4212"/>
              </a:lnSpc>
            </a:pPr>
            <a:r>
              <a:rPr lang="en-US" sz="2925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TEAM: BINARY NINJAS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85981" y="5843117"/>
            <a:ext cx="6589870" cy="3813945"/>
            <a:chOff x="0" y="0"/>
            <a:chExt cx="1735604" cy="10044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35604" cy="1004496"/>
            </a:xfrm>
            <a:custGeom>
              <a:avLst/>
              <a:gdLst/>
              <a:ahLst/>
              <a:cxnLst/>
              <a:rect l="l" t="t" r="r" b="b"/>
              <a:pathLst>
                <a:path w="1735604" h="1004496">
                  <a:moveTo>
                    <a:pt x="59916" y="0"/>
                  </a:moveTo>
                  <a:lnTo>
                    <a:pt x="1675688" y="0"/>
                  </a:lnTo>
                  <a:cubicBezTo>
                    <a:pt x="1708778" y="0"/>
                    <a:pt x="1735604" y="26825"/>
                    <a:pt x="1735604" y="59916"/>
                  </a:cubicBezTo>
                  <a:lnTo>
                    <a:pt x="1735604" y="944580"/>
                  </a:lnTo>
                  <a:cubicBezTo>
                    <a:pt x="1735604" y="977671"/>
                    <a:pt x="1708778" y="1004496"/>
                    <a:pt x="1675688" y="1004496"/>
                  </a:cubicBezTo>
                  <a:lnTo>
                    <a:pt x="59916" y="1004496"/>
                  </a:lnTo>
                  <a:cubicBezTo>
                    <a:pt x="26825" y="1004496"/>
                    <a:pt x="0" y="977671"/>
                    <a:pt x="0" y="944580"/>
                  </a:cubicBezTo>
                  <a:lnTo>
                    <a:pt x="0" y="59916"/>
                  </a:lnTo>
                  <a:cubicBezTo>
                    <a:pt x="0" y="26825"/>
                    <a:pt x="26825" y="0"/>
                    <a:pt x="5991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1735604" cy="11378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6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11029" y="778474"/>
            <a:ext cx="8043011" cy="4829589"/>
            <a:chOff x="0" y="0"/>
            <a:chExt cx="2118324" cy="12719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8324" cy="1271990"/>
            </a:xfrm>
            <a:custGeom>
              <a:avLst/>
              <a:gdLst/>
              <a:ahLst/>
              <a:cxnLst/>
              <a:rect l="l" t="t" r="r" b="b"/>
              <a:pathLst>
                <a:path w="2118324" h="1271990">
                  <a:moveTo>
                    <a:pt x="49091" y="0"/>
                  </a:moveTo>
                  <a:lnTo>
                    <a:pt x="2069233" y="0"/>
                  </a:lnTo>
                  <a:cubicBezTo>
                    <a:pt x="2082253" y="0"/>
                    <a:pt x="2094739" y="5172"/>
                    <a:pt x="2103946" y="14378"/>
                  </a:cubicBezTo>
                  <a:cubicBezTo>
                    <a:pt x="2113152" y="23585"/>
                    <a:pt x="2118324" y="36071"/>
                    <a:pt x="2118324" y="49091"/>
                  </a:cubicBezTo>
                  <a:lnTo>
                    <a:pt x="2118324" y="1222900"/>
                  </a:lnTo>
                  <a:cubicBezTo>
                    <a:pt x="2118324" y="1250012"/>
                    <a:pt x="2096345" y="1271990"/>
                    <a:pt x="2069233" y="1271990"/>
                  </a:cubicBezTo>
                  <a:lnTo>
                    <a:pt x="49091" y="1271990"/>
                  </a:lnTo>
                  <a:cubicBezTo>
                    <a:pt x="36071" y="1271990"/>
                    <a:pt x="23585" y="1266818"/>
                    <a:pt x="14378" y="1257612"/>
                  </a:cubicBezTo>
                  <a:cubicBezTo>
                    <a:pt x="5172" y="1248406"/>
                    <a:pt x="0" y="1235919"/>
                    <a:pt x="0" y="1222900"/>
                  </a:cubicBezTo>
                  <a:lnTo>
                    <a:pt x="0" y="49091"/>
                  </a:lnTo>
                  <a:cubicBezTo>
                    <a:pt x="0" y="36071"/>
                    <a:pt x="5172" y="23585"/>
                    <a:pt x="14378" y="14378"/>
                  </a:cubicBezTo>
                  <a:cubicBezTo>
                    <a:pt x="23585" y="5172"/>
                    <a:pt x="36071" y="0"/>
                    <a:pt x="49091" y="0"/>
                  </a:cubicBezTo>
                  <a:close/>
                </a:path>
              </a:pathLst>
            </a:custGeom>
            <a:solidFill>
              <a:srgbClr val="FFFCE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33350"/>
              <a:ext cx="2118324" cy="14053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6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485981" y="2004785"/>
            <a:ext cx="288568" cy="263909"/>
          </a:xfrm>
          <a:custGeom>
            <a:avLst/>
            <a:gdLst/>
            <a:ahLst/>
            <a:cxnLst/>
            <a:rect l="l" t="t" r="r" b="b"/>
            <a:pathLst>
              <a:path w="288568" h="263909">
                <a:moveTo>
                  <a:pt x="0" y="0"/>
                </a:moveTo>
                <a:lnTo>
                  <a:pt x="288568" y="0"/>
                </a:lnTo>
                <a:lnTo>
                  <a:pt x="288568" y="263909"/>
                </a:lnTo>
                <a:lnTo>
                  <a:pt x="0" y="263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489516" y="2929360"/>
            <a:ext cx="288568" cy="263909"/>
          </a:xfrm>
          <a:custGeom>
            <a:avLst/>
            <a:gdLst/>
            <a:ahLst/>
            <a:cxnLst/>
            <a:rect l="l" t="t" r="r" b="b"/>
            <a:pathLst>
              <a:path w="288568" h="263909">
                <a:moveTo>
                  <a:pt x="0" y="0"/>
                </a:moveTo>
                <a:lnTo>
                  <a:pt x="288568" y="0"/>
                </a:lnTo>
                <a:lnTo>
                  <a:pt x="288568" y="263909"/>
                </a:lnTo>
                <a:lnTo>
                  <a:pt x="0" y="2639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485981" y="4043849"/>
            <a:ext cx="288568" cy="263909"/>
          </a:xfrm>
          <a:custGeom>
            <a:avLst/>
            <a:gdLst/>
            <a:ahLst/>
            <a:cxnLst/>
            <a:rect l="l" t="t" r="r" b="b"/>
            <a:pathLst>
              <a:path w="288568" h="263909">
                <a:moveTo>
                  <a:pt x="0" y="0"/>
                </a:moveTo>
                <a:lnTo>
                  <a:pt x="288568" y="0"/>
                </a:lnTo>
                <a:lnTo>
                  <a:pt x="288568" y="263908"/>
                </a:lnTo>
                <a:lnTo>
                  <a:pt x="0" y="2639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83150" y="2381861"/>
            <a:ext cx="7014514" cy="6273955"/>
          </a:xfrm>
          <a:custGeom>
            <a:avLst/>
            <a:gdLst/>
            <a:ahLst/>
            <a:cxnLst/>
            <a:rect l="l" t="t" r="r" b="b"/>
            <a:pathLst>
              <a:path w="7014514" h="6273955">
                <a:moveTo>
                  <a:pt x="0" y="0"/>
                </a:moveTo>
                <a:lnTo>
                  <a:pt x="7014515" y="0"/>
                </a:lnTo>
                <a:lnTo>
                  <a:pt x="7014515" y="6273955"/>
                </a:lnTo>
                <a:lnTo>
                  <a:pt x="0" y="6273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774549" y="718687"/>
            <a:ext cx="6975956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TRADITIONAL BANKING-THE FRICTION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78084" y="5951240"/>
            <a:ext cx="6005663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THE FIX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78084" y="6647885"/>
            <a:ext cx="4978895" cy="2894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80" lvl="1" indent="-196840" algn="l">
              <a:lnSpc>
                <a:spcPts val="2571"/>
              </a:lnSpc>
              <a:buFont typeface="Arial"/>
              <a:buChar char="•"/>
            </a:pPr>
            <a:r>
              <a:rPr lang="en-US" sz="182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Fragmented Trail: Manual sifting through disparate payment, bank, and ledger logs.</a:t>
            </a:r>
          </a:p>
          <a:p>
            <a:pPr marL="393680" lvl="1" indent="-196840" algn="l">
              <a:lnSpc>
                <a:spcPts val="2571"/>
              </a:lnSpc>
              <a:buFont typeface="Arial"/>
              <a:buChar char="•"/>
            </a:pPr>
            <a:r>
              <a:rPr lang="en-US" sz="182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Support Bottleneck: High manual effort limits resolution speed and team capacity.</a:t>
            </a:r>
          </a:p>
          <a:p>
            <a:pPr marL="393680" lvl="1" indent="-196840" algn="l">
              <a:lnSpc>
                <a:spcPts val="2571"/>
              </a:lnSpc>
              <a:buFont typeface="Arial"/>
              <a:buChar char="•"/>
            </a:pPr>
            <a:r>
              <a:rPr lang="en-US" sz="182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Human Error: Disconnected record-checking increases misdiagnosis risk.</a:t>
            </a:r>
          </a:p>
          <a:p>
            <a:pPr algn="l">
              <a:lnSpc>
                <a:spcPts val="2571"/>
              </a:lnSpc>
            </a:pPr>
            <a:endParaRPr lang="en-US" sz="1823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889364" y="1806435"/>
            <a:ext cx="6186488" cy="86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475" spc="-10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Hidden Costs: Exchange rate markups and unclear pricing reduce transparency.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889364" y="2870323"/>
            <a:ext cx="6186488" cy="130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475" spc="-10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Slow Processing: International transfers often take several business days to complete.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89364" y="4250607"/>
            <a:ext cx="6186488" cy="867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475" spc="-103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High Fees: Wire transfer fees and intermediary charges increase total costs.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57250" y="838200"/>
            <a:ext cx="9628731" cy="2031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42"/>
              </a:lnSpc>
            </a:pPr>
            <a:r>
              <a:rPr lang="en-US" sz="7200" spc="-179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THE PROBLEM AND ITS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4037" y="1441618"/>
            <a:ext cx="7782195" cy="7816682"/>
          </a:xfrm>
          <a:custGeom>
            <a:avLst/>
            <a:gdLst/>
            <a:ahLst/>
            <a:cxnLst/>
            <a:rect l="l" t="t" r="r" b="b"/>
            <a:pathLst>
              <a:path w="7782195" h="7816682">
                <a:moveTo>
                  <a:pt x="0" y="0"/>
                </a:moveTo>
                <a:lnTo>
                  <a:pt x="7782194" y="0"/>
                </a:lnTo>
                <a:lnTo>
                  <a:pt x="7782194" y="7816682"/>
                </a:lnTo>
                <a:lnTo>
                  <a:pt x="0" y="78166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71" t="-364" b="-3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117110" y="1333043"/>
            <a:ext cx="5764965" cy="7896519"/>
          </a:xfrm>
          <a:custGeom>
            <a:avLst/>
            <a:gdLst/>
            <a:ahLst/>
            <a:cxnLst/>
            <a:rect l="l" t="t" r="r" b="b"/>
            <a:pathLst>
              <a:path w="5764965" h="7896519">
                <a:moveTo>
                  <a:pt x="0" y="0"/>
                </a:moveTo>
                <a:lnTo>
                  <a:pt x="5764965" y="0"/>
                </a:lnTo>
                <a:lnTo>
                  <a:pt x="5764965" y="7896519"/>
                </a:lnTo>
                <a:lnTo>
                  <a:pt x="0" y="7896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56" r="-4229" b="-45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44181" y="0"/>
            <a:ext cx="5931776" cy="1028700"/>
          </a:xfrm>
          <a:custGeom>
            <a:avLst/>
            <a:gdLst/>
            <a:ahLst/>
            <a:cxnLst/>
            <a:rect l="l" t="t" r="r" b="b"/>
            <a:pathLst>
              <a:path w="5931776" h="1028700">
                <a:moveTo>
                  <a:pt x="0" y="0"/>
                </a:moveTo>
                <a:lnTo>
                  <a:pt x="5931776" y="0"/>
                </a:lnTo>
                <a:lnTo>
                  <a:pt x="593177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5000"/>
            </a:blip>
            <a:stretch>
              <a:fillRect l="-8839" r="-883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51104" y="372542"/>
            <a:ext cx="12185792" cy="922344"/>
          </a:xfrm>
          <a:custGeom>
            <a:avLst/>
            <a:gdLst/>
            <a:ahLst/>
            <a:cxnLst/>
            <a:rect l="l" t="t" r="r" b="b"/>
            <a:pathLst>
              <a:path w="12185792" h="922344">
                <a:moveTo>
                  <a:pt x="0" y="0"/>
                </a:moveTo>
                <a:lnTo>
                  <a:pt x="12185792" y="0"/>
                </a:lnTo>
                <a:lnTo>
                  <a:pt x="12185792" y="922344"/>
                </a:lnTo>
                <a:lnTo>
                  <a:pt x="0" y="9223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9664" y="1714073"/>
            <a:ext cx="8246486" cy="5524873"/>
          </a:xfrm>
          <a:custGeom>
            <a:avLst/>
            <a:gdLst/>
            <a:ahLst/>
            <a:cxnLst/>
            <a:rect l="l" t="t" r="r" b="b"/>
            <a:pathLst>
              <a:path w="8246486" h="5524873">
                <a:moveTo>
                  <a:pt x="0" y="0"/>
                </a:moveTo>
                <a:lnTo>
                  <a:pt x="8246485" y="0"/>
                </a:lnTo>
                <a:lnTo>
                  <a:pt x="8246485" y="5524873"/>
                </a:lnTo>
                <a:lnTo>
                  <a:pt x="0" y="5524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03161" y="1714073"/>
            <a:ext cx="7239489" cy="5524873"/>
          </a:xfrm>
          <a:custGeom>
            <a:avLst/>
            <a:gdLst/>
            <a:ahLst/>
            <a:cxnLst/>
            <a:rect l="l" t="t" r="r" b="b"/>
            <a:pathLst>
              <a:path w="7239489" h="5524873">
                <a:moveTo>
                  <a:pt x="0" y="0"/>
                </a:moveTo>
                <a:lnTo>
                  <a:pt x="7239489" y="0"/>
                </a:lnTo>
                <a:lnTo>
                  <a:pt x="7239489" y="5524873"/>
                </a:lnTo>
                <a:lnTo>
                  <a:pt x="0" y="5524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9664" y="7452818"/>
            <a:ext cx="16182986" cy="2425353"/>
          </a:xfrm>
          <a:custGeom>
            <a:avLst/>
            <a:gdLst/>
            <a:ahLst/>
            <a:cxnLst/>
            <a:rect l="l" t="t" r="r" b="b"/>
            <a:pathLst>
              <a:path w="16182986" h="2425353">
                <a:moveTo>
                  <a:pt x="0" y="0"/>
                </a:moveTo>
                <a:lnTo>
                  <a:pt x="16182986" y="0"/>
                </a:lnTo>
                <a:lnTo>
                  <a:pt x="16182986" y="2425353"/>
                </a:lnTo>
                <a:lnTo>
                  <a:pt x="0" y="24253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777" b="-3707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2992" y="234508"/>
            <a:ext cx="17875008" cy="10096081"/>
          </a:xfrm>
          <a:custGeom>
            <a:avLst/>
            <a:gdLst/>
            <a:ahLst/>
            <a:cxnLst/>
            <a:rect l="l" t="t" r="r" b="b"/>
            <a:pathLst>
              <a:path w="17875008" h="10096081">
                <a:moveTo>
                  <a:pt x="0" y="0"/>
                </a:moveTo>
                <a:lnTo>
                  <a:pt x="17875008" y="0"/>
                </a:lnTo>
                <a:lnTo>
                  <a:pt x="17875008" y="10096081"/>
                </a:lnTo>
                <a:lnTo>
                  <a:pt x="0" y="10096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30" r="-2199" b="-3548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6647" y="470970"/>
            <a:ext cx="8587353" cy="9345061"/>
          </a:xfrm>
          <a:custGeom>
            <a:avLst/>
            <a:gdLst/>
            <a:ahLst/>
            <a:cxnLst/>
            <a:rect l="l" t="t" r="r" b="b"/>
            <a:pathLst>
              <a:path w="8587353" h="9345061">
                <a:moveTo>
                  <a:pt x="0" y="0"/>
                </a:moveTo>
                <a:lnTo>
                  <a:pt x="8587353" y="0"/>
                </a:lnTo>
                <a:lnTo>
                  <a:pt x="8587353" y="9345060"/>
                </a:lnTo>
                <a:lnTo>
                  <a:pt x="0" y="9345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72121" y="549560"/>
            <a:ext cx="7634706" cy="8934284"/>
          </a:xfrm>
          <a:custGeom>
            <a:avLst/>
            <a:gdLst/>
            <a:ahLst/>
            <a:cxnLst/>
            <a:rect l="l" t="t" r="r" b="b"/>
            <a:pathLst>
              <a:path w="7634706" h="8934284">
                <a:moveTo>
                  <a:pt x="0" y="0"/>
                </a:moveTo>
                <a:lnTo>
                  <a:pt x="7634706" y="0"/>
                </a:lnTo>
                <a:lnTo>
                  <a:pt x="7634706" y="8934284"/>
                </a:lnTo>
                <a:lnTo>
                  <a:pt x="0" y="8934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94" t="-137" b="-137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015" y="0"/>
            <a:ext cx="15171027" cy="10287000"/>
          </a:xfrm>
          <a:custGeom>
            <a:avLst/>
            <a:gdLst/>
            <a:ahLst/>
            <a:cxnLst/>
            <a:rect l="l" t="t" r="r" b="b"/>
            <a:pathLst>
              <a:path w="15171027" h="10287000">
                <a:moveTo>
                  <a:pt x="0" y="0"/>
                </a:moveTo>
                <a:lnTo>
                  <a:pt x="15171027" y="0"/>
                </a:lnTo>
                <a:lnTo>
                  <a:pt x="1517102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3" b="-313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606" y="509483"/>
            <a:ext cx="10087656" cy="4634017"/>
          </a:xfrm>
          <a:custGeom>
            <a:avLst/>
            <a:gdLst/>
            <a:ahLst/>
            <a:cxnLst/>
            <a:rect l="l" t="t" r="r" b="b"/>
            <a:pathLst>
              <a:path w="10087656" h="4634017">
                <a:moveTo>
                  <a:pt x="0" y="0"/>
                </a:moveTo>
                <a:lnTo>
                  <a:pt x="10087656" y="0"/>
                </a:lnTo>
                <a:lnTo>
                  <a:pt x="10087656" y="4634017"/>
                </a:lnTo>
                <a:lnTo>
                  <a:pt x="0" y="4634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192844" y="5391179"/>
            <a:ext cx="9878908" cy="4507252"/>
          </a:xfrm>
          <a:custGeom>
            <a:avLst/>
            <a:gdLst/>
            <a:ahLst/>
            <a:cxnLst/>
            <a:rect l="l" t="t" r="r" b="b"/>
            <a:pathLst>
              <a:path w="9878908" h="4507252">
                <a:moveTo>
                  <a:pt x="0" y="0"/>
                </a:moveTo>
                <a:lnTo>
                  <a:pt x="9878909" y="0"/>
                </a:lnTo>
                <a:lnTo>
                  <a:pt x="9878909" y="4507252"/>
                </a:lnTo>
                <a:lnTo>
                  <a:pt x="0" y="45072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329006" y="-335460"/>
            <a:ext cx="3335764" cy="5066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18"/>
              </a:lnSpc>
              <a:spcBef>
                <a:spcPct val="0"/>
              </a:spcBef>
            </a:pPr>
            <a:r>
              <a:rPr lang="en-US" sz="2501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18071" y="1837638"/>
            <a:ext cx="14024579" cy="6298880"/>
          </a:xfrm>
          <a:custGeom>
            <a:avLst/>
            <a:gdLst/>
            <a:ahLst/>
            <a:cxnLst/>
            <a:rect l="l" t="t" r="r" b="b"/>
            <a:pathLst>
              <a:path w="14024579" h="6298880">
                <a:moveTo>
                  <a:pt x="0" y="0"/>
                </a:moveTo>
                <a:lnTo>
                  <a:pt x="14024579" y="0"/>
                </a:lnTo>
                <a:lnTo>
                  <a:pt x="14024579" y="6298880"/>
                </a:lnTo>
                <a:lnTo>
                  <a:pt x="0" y="6298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" b="-931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9073" y="1899204"/>
            <a:ext cx="16070227" cy="3523083"/>
          </a:xfrm>
          <a:custGeom>
            <a:avLst/>
            <a:gdLst/>
            <a:ahLst/>
            <a:cxnLst/>
            <a:rect l="l" t="t" r="r" b="b"/>
            <a:pathLst>
              <a:path w="16070227" h="3523083">
                <a:moveTo>
                  <a:pt x="0" y="0"/>
                </a:moveTo>
                <a:lnTo>
                  <a:pt x="16070227" y="0"/>
                </a:lnTo>
                <a:lnTo>
                  <a:pt x="16070227" y="3523083"/>
                </a:lnTo>
                <a:lnTo>
                  <a:pt x="0" y="3523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313" b="-54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9073" y="5700915"/>
            <a:ext cx="16070227" cy="3065143"/>
          </a:xfrm>
          <a:custGeom>
            <a:avLst/>
            <a:gdLst/>
            <a:ahLst/>
            <a:cxnLst/>
            <a:rect l="l" t="t" r="r" b="b"/>
            <a:pathLst>
              <a:path w="16070227" h="3065143">
                <a:moveTo>
                  <a:pt x="0" y="0"/>
                </a:moveTo>
                <a:lnTo>
                  <a:pt x="16070227" y="0"/>
                </a:lnTo>
                <a:lnTo>
                  <a:pt x="16070227" y="3065143"/>
                </a:lnTo>
                <a:lnTo>
                  <a:pt x="0" y="30651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198" b="-1081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887199" y="500200"/>
            <a:ext cx="10673974" cy="1057001"/>
          </a:xfrm>
          <a:custGeom>
            <a:avLst/>
            <a:gdLst/>
            <a:ahLst/>
            <a:cxnLst/>
            <a:rect l="l" t="t" r="r" b="b"/>
            <a:pathLst>
              <a:path w="10673974" h="1057001">
                <a:moveTo>
                  <a:pt x="0" y="0"/>
                </a:moveTo>
                <a:lnTo>
                  <a:pt x="10673974" y="0"/>
                </a:lnTo>
                <a:lnTo>
                  <a:pt x="10673974" y="1057000"/>
                </a:lnTo>
                <a:lnTo>
                  <a:pt x="0" y="105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EAE0">
                <a:alpha val="100000"/>
              </a:srgbClr>
            </a:gs>
            <a:gs pos="50000">
              <a:srgbClr val="E0E3B1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24964" y="2385474"/>
            <a:ext cx="5477651" cy="591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6"/>
              </a:lnSpc>
            </a:pPr>
            <a:r>
              <a:rPr lang="en-US" sz="4031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Thank You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Team:-binary ninjas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Team Members:-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Arjun P. Singh - 25BCE11078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Ananya Gupta - 25BCE10923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Astha Singh - 25BCE10626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Adwita Shrivastava - 25BCE10550</a:t>
            </a:r>
          </a:p>
          <a:p>
            <a:pPr>
              <a:lnSpc>
                <a:spcPts val="4421"/>
              </a:lnSpc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Dhruv Kumar - 25BSA10149</a:t>
            </a:r>
          </a:p>
          <a:p>
            <a:pPr>
              <a:lnSpc>
                <a:spcPts val="4421"/>
              </a:lnSpc>
              <a:spcBef>
                <a:spcPct val="0"/>
              </a:spcBef>
            </a:pPr>
            <a:r>
              <a:rPr lang="en-US" sz="2558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Custom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Gotham</vt:lpstr>
      <vt:lpstr>Times New Roman MT Condensed Bold</vt:lpstr>
      <vt:lpstr>Gotham Bold</vt:lpstr>
      <vt:lpstr>Arial</vt:lpstr>
      <vt:lpstr>Times New Roman MT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</dc:title>
  <cp:lastModifiedBy>Adwita Shrivastava</cp:lastModifiedBy>
  <cp:revision>2</cp:revision>
  <dcterms:created xsi:type="dcterms:W3CDTF">2006-08-16T00:00:00Z</dcterms:created>
  <dcterms:modified xsi:type="dcterms:W3CDTF">2026-09-05T02:50:49Z</dcterms:modified>
  <dc:identifier>DAHURoisAZ0</dc:identifier>
</cp:coreProperties>
</file>